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4"/>
    <p:sldId id="260" r:id="rId5"/>
    <p:sldId id="261" r:id="rId6"/>
    <p:sldId id="262" r:id="rId7"/>
    <p:sldId id="263" r:id="rId8"/>
    <p:sldId id="265" r:id="rId9"/>
    <p:sldId id="267" r:id="rId10"/>
    <p:sldId id="268" r:id="rId11"/>
    <p:sldId id="269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67"/>
    <p:restoredTop sz="94725"/>
  </p:normalViewPr>
  <p:slideViewPr>
    <p:cSldViewPr snapToGrid="0">
      <p:cViewPr varScale="1">
        <p:scale>
          <a:sx n="100" d="100"/>
          <a:sy n="100" d="100"/>
        </p:scale>
        <p:origin x="118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95946-9DD5-7BD0-72DA-33585DF58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57CDBE-7719-C964-E906-3FDFB7116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0E6CE-C53F-4A55-FCDA-510AB444D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6043E-6A1A-C24D-9227-0011BEB1975A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48FD3-1AA0-930A-1347-564797084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E97C7-6306-12F8-015B-5B6019347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C2128-4C12-2A47-BF8F-BA31822B7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152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82F45-FE08-35B7-B8B0-95B90171C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D5DB7-5464-0AF9-1D01-00AECFBF0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C3D40-9C26-9B98-CC4B-600D4A773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6043E-6A1A-C24D-9227-0011BEB1975A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CE8C1-1DF1-2492-F43E-E316CA500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BCDE4-39B9-CF7A-940A-519CED055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C2128-4C12-2A47-BF8F-BA31822B7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49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52B42-9C59-76B5-B6CB-1785A76D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24B68D-2625-858E-343B-165370692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F6FEB-E9A5-30F3-2B77-155413B6F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6043E-6A1A-C24D-9227-0011BEB1975A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528DE-4A7A-3965-1EA8-A03D08416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28C67-3700-6C04-D2F1-B304E53BE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C2128-4C12-2A47-BF8F-BA31822B7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107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9F6BC-126B-BDA4-FD26-4682C3241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9466A-2C30-AE15-7BCF-E3E4CFF442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21D253-9B69-CA69-1603-AC367C3096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25933B-B597-69B3-8848-16FFE152B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6043E-6A1A-C24D-9227-0011BEB1975A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EEA113-EAAB-D9A7-CCE5-F4DA5660D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8B076F-6A70-6419-4C05-695CFD73F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C2128-4C12-2A47-BF8F-BA31822B7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882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C80B1-AA29-5CA3-7F5F-F8FBC6B67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887C1E-7799-EE8C-18C4-1DF0A1E883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E5997C-8EFD-87B3-0881-8BC0347AB6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13C933-CE72-4E81-94D3-C48D6DE92B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BD33C5-2B79-1851-9F27-735619B02A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697958-879D-137C-531F-5AC4E8BFC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6043E-6A1A-C24D-9227-0011BEB1975A}" type="datetimeFigureOut">
              <a:rPr lang="en-US" smtClean="0"/>
              <a:t>1/4/26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87B54E-27B4-21A1-09D1-A82C1888B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EBC8AF-5D92-3E83-E4F3-C4EA128F4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C2128-4C12-2A47-BF8F-BA31822B7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410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21009-D384-ECA2-754F-B37CBDC72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1719B6-8B25-4D8E-4CCF-4435F3CB4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6043E-6A1A-C24D-9227-0011BEB1975A}" type="datetimeFigureOut">
              <a:rPr lang="en-US" smtClean="0"/>
              <a:t>1/4/26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C2EECD-5240-ACB4-0262-D6A6E29AD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B62CDA-FAC8-A51A-DFED-43F310C67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C2128-4C12-2A47-BF8F-BA31822B7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395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5B5322-4555-49B3-36A8-DB3E028B7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6043E-6A1A-C24D-9227-0011BEB1975A}" type="datetimeFigureOut">
              <a:rPr lang="en-US" smtClean="0"/>
              <a:t>1/4/26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EDF8F1-C7C1-CE52-C3A1-01756B90D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10C5EC-E2DD-F0D0-5E28-7F2F3BB63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C2128-4C12-2A47-BF8F-BA31822B7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948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CDD88-EBD3-68B3-66AE-B70DE2F10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ADDB2-2D7C-CE38-9929-6FEE8D400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0F1CF5-0CD5-BAA1-1B90-C717522908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71A3D7-310D-2455-5BBD-23A6C847B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6043E-6A1A-C24D-9227-0011BEB1975A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4D7545-4964-ED03-518E-F70E5FAE6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AEEEBA-5FEB-CCE9-6076-805105837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C2128-4C12-2A47-BF8F-BA31822B7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075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CECB2-1D46-EB18-2CFA-48A046FA6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C34404-B82E-4500-CDF9-AE65AB0AF8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9C0A87-972A-1C29-9627-6A18A7C0FD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679BE-9A72-5981-3039-C8F1FAC63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6043E-6A1A-C24D-9227-0011BEB1975A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E4EB3B-9655-204D-0BCB-5C71CFBF5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49FE93-ADBC-C0DC-C210-BCA82C2DA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C2128-4C12-2A47-BF8F-BA31822B7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978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0A78B-4E73-93C0-FF2B-E75BB0D2F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7AFB86-FF06-4CA3-6F58-F11B4B884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99014-F5D1-5609-9FC7-F7EA7CCE7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6043E-6A1A-C24D-9227-0011BEB1975A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4BFC6-7FED-5A46-4992-AA7AB2382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B1CBC-1F72-74DD-D9E0-111538817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C2128-4C12-2A47-BF8F-BA31822B7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600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8AEEF9-5FB2-882F-ABFC-63C0C3A846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A60AA3-0772-F607-B5CF-7F8B8F7AEA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218E3-F1EA-7FF1-D0A3-E50076140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6043E-6A1A-C24D-9227-0011BEB1975A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5FE67-FE00-3760-3965-9C6268357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4C2C3-81B8-7B32-4F03-7D89DC4FB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C2128-4C12-2A47-BF8F-BA31822B7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755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97AFFA-4FD3-6C30-2F12-299A05422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56F271-937F-125A-FC58-C01F4E7AD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136B0-DCA2-1111-2745-FE90708756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46043E-6A1A-C24D-9227-0011BEB1975A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A62B5-835F-E802-8E96-81FF1ED02D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B83BF-0E45-C636-3EF7-BF8668C405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1C2128-4C12-2A47-BF8F-BA31822B7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53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F39E2-0A95-B8A3-044C-656CE64966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Application Of </a:t>
            </a:r>
            <a:r>
              <a:rPr lang="en-US" dirty="0" err="1"/>
              <a:t>Cebra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E5DA52-B822-7610-50F6-39DA1438D0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Learning from Time Series data</a:t>
            </a:r>
          </a:p>
        </p:txBody>
      </p:sp>
    </p:spTree>
    <p:extLst>
      <p:ext uri="{BB962C8B-B14F-4D97-AF65-F5344CB8AC3E}">
        <p14:creationId xmlns:p14="http://schemas.microsoft.com/office/powerpoint/2010/main" val="2755959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2250F-104C-66D3-3E15-9EFF125DF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Combinations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C1DB35A-741E-4A13-490D-1FA728D8C2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6185657"/>
              </p:ext>
            </p:extLst>
          </p:nvPr>
        </p:nvGraphicFramePr>
        <p:xfrm>
          <a:off x="838200" y="1825625"/>
          <a:ext cx="105156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val="297406653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012752083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232457744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84435905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9846311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474182713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555060355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045229643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5976871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Sl</a:t>
                      </a:r>
                      <a:r>
                        <a:rPr lang="en-US" dirty="0"/>
                        <a:t>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Feature 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Include Raw IMU Columns?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Include THF and TOF?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Cebra</a:t>
                      </a:r>
                      <a:r>
                        <a:rPr lang="en-US" dirty="0"/>
                        <a:t> Output 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MR F1 Score (Macro)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MR F1 Score (Weighted)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Detach F1 Score (Macro)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Detach F1 Score (Weighted)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3960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With Physics based feature extraction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0.3279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0.3154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0.2521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0.26776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5999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With Physics based feature extraction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0.3577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0.3144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0.3098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0.2808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77802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5857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2BDA8-7570-0789-CD6D-22F329C142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#1 With Physics based feature extraction - Include THF and TOF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31D424-37B7-82EC-1DBA-F03AFFB28C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Detailed Visualization and Comparison</a:t>
            </a:r>
          </a:p>
        </p:txBody>
      </p:sp>
    </p:spTree>
    <p:extLst>
      <p:ext uri="{BB962C8B-B14F-4D97-AF65-F5344CB8AC3E}">
        <p14:creationId xmlns:p14="http://schemas.microsoft.com/office/powerpoint/2010/main" val="3903871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118B9-8D87-C788-7D59-4FB314437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gestures in the latent space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A9906F0-6B4A-AAE3-80C1-26D4391656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79278" y="1825625"/>
            <a:ext cx="4761310" cy="4893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723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9A13-9433-EF12-78E0-DC37D10A5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embedding vectors, grouped by type – Training data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80EE0E2-D085-9D88-2497-A20767A4BB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4507" y="1798731"/>
            <a:ext cx="4244162" cy="43513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E54ED8-C43F-C5CF-4124-4C35F22A0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00110"/>
            <a:ext cx="4242816" cy="4349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493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F950D-1D6F-F59E-0415-331B1DBE0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8F383-1786-8E53-D73E-C5FADE564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embedding vectors, grouped by type – Validation data</a:t>
            </a:r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285041DA-26B6-1DFA-E33A-494591653C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4233444" cy="435133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9BF9B88-B9B5-216C-102D-5A569E8A8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86" y="1690571"/>
            <a:ext cx="4233672" cy="4351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113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9702B-03CC-8B3E-D496-744F72212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Matrix Comparison – Validation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FFE1C4-C1C2-7BCA-C1D0-29D1DEF03D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MiniRocket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63768B5-6E38-5431-5BF9-C779DBA34E5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339075" y="2505075"/>
            <a:ext cx="4159212" cy="3684588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FEEFE9-7266-4A31-48CE-AAB9F1AF49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Detach Rocket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9B8662E-B069-7B2F-F0B4-88A8A1C8A31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684188" y="2505075"/>
            <a:ext cx="4159212" cy="368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8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C6517-1965-5C76-977E-E3EEB48EE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EB099-076C-A288-4364-70905DC330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#w With Physics based feature extraction - </a:t>
            </a:r>
            <a:r>
              <a:rPr lang="en-US" b="1" dirty="0">
                <a:solidFill>
                  <a:srgbClr val="FF0000"/>
                </a:solidFill>
              </a:rPr>
              <a:t>Exclude </a:t>
            </a:r>
            <a:r>
              <a:rPr lang="en-US" dirty="0"/>
              <a:t>THF and TOF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DB0D01-A5C9-A80D-E8F3-690D1BF1F7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Detailed Visualization and Comparison</a:t>
            </a:r>
          </a:p>
        </p:txBody>
      </p:sp>
    </p:spTree>
    <p:extLst>
      <p:ext uri="{BB962C8B-B14F-4D97-AF65-F5344CB8AC3E}">
        <p14:creationId xmlns:p14="http://schemas.microsoft.com/office/powerpoint/2010/main" val="779776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A6266-993D-5DD5-72D6-D5969530A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687A0-6D0A-BBBC-1D18-47591E168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gestures in the latent space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0B4A0D-5373-F216-D9C3-BEFF36BA84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73919" y="1825625"/>
            <a:ext cx="42441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934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355B2-81CC-E267-C4EF-B320747B6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D6182-E1DB-57BB-B8DC-467A9BE94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embedding vectors, grouped by type – Training data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C34214A-2E61-C190-F42B-FA1291BCEC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5178" y="1798731"/>
            <a:ext cx="4233444" cy="43513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FED6358-A6CE-9029-98CE-105495231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950" y="1396300"/>
            <a:ext cx="5016500" cy="515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865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D2B40-FCD8-972E-EC7E-628B6E1FE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41779-A936-BEAD-A19F-62146ADF3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embedding vectors, grouped by type – Validation data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F7172D-7DCF-5A54-3B92-164AEBF6E6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9019" y="1690688"/>
            <a:ext cx="4244162" cy="43513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709F3E-9511-C7AC-C46C-0B8D26A7A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885826"/>
            <a:ext cx="5029200" cy="515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730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B3997-47D0-856B-4E8F-C9C4ADB94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B75F5-7984-17DF-5009-C4B26F5EC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Matrix Comparison – Validation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7670C7-5F3C-B4AB-CB93-5C1B84CD3C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MiniRocket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3358C8-FF9F-C56A-C67A-2303C977E7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Detach Rocket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1175907-C2A7-93A4-9334-0778C0C9AD3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339075" y="2505075"/>
            <a:ext cx="4159212" cy="3684588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1AF0F96B-C822-16F9-F4A5-497014E695E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684188" y="2505075"/>
            <a:ext cx="4159212" cy="368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243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1143</TotalTime>
  <Words>180</Words>
  <Application>Microsoft Macintosh PowerPoint</Application>
  <PresentationFormat>Widescreen</PresentationFormat>
  <Paragraphs>46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Application Of Cebra</vt:lpstr>
      <vt:lpstr>Combinations</vt:lpstr>
      <vt:lpstr>#1 With Physics based feature extraction - Include THF and TOF</vt:lpstr>
      <vt:lpstr>Some gestures in the latent space</vt:lpstr>
      <vt:lpstr>Average embedding vectors, grouped by type – Training data</vt:lpstr>
      <vt:lpstr>Average embedding vectors, grouped by type – Validation data</vt:lpstr>
      <vt:lpstr>Confusion Matrix Comparison – Validation data</vt:lpstr>
      <vt:lpstr>#w With Physics based feature extraction - Exclude THF and TOF</vt:lpstr>
      <vt:lpstr>Some gestures in the latent space</vt:lpstr>
      <vt:lpstr>Average embedding vectors, grouped by type – Training data</vt:lpstr>
      <vt:lpstr>Average embedding vectors, grouped by type – Validation data</vt:lpstr>
      <vt:lpstr>Confusion Matrix Comparison – Validation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Ashhadul Islam</dc:creator>
  <cp:lastModifiedBy>Ashhadul Islam</cp:lastModifiedBy>
  <cp:revision>19</cp:revision>
  <dcterms:created xsi:type="dcterms:W3CDTF">2025-12-22T14:35:53Z</dcterms:created>
  <dcterms:modified xsi:type="dcterms:W3CDTF">2026-01-04T23:18:36Z</dcterms:modified>
</cp:coreProperties>
</file>
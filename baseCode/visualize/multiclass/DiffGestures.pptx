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95"/>
  </p:normalViewPr>
  <p:slideViewPr>
    <p:cSldViewPr snapToGrid="0">
      <p:cViewPr varScale="1">
        <p:scale>
          <a:sx n="96" d="100"/>
          <a:sy n="96" d="100"/>
        </p:scale>
        <p:origin x="20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5946-9DD5-7BD0-72DA-33585DF58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7CDBE-7719-C964-E906-3FDFB711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E6CE-C53F-4A55-FCDA-510AB444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48FD3-1AA0-930A-1347-5647970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97C7-6306-12F8-015B-5B601934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5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2F45-FE08-35B7-B8B0-95B90171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D5DB7-5464-0AF9-1D01-00AECFBF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C3D40-9C26-9B98-CC4B-600D4A77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CE8C1-1DF1-2492-F43E-E316CA50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BCDE4-39B9-CF7A-940A-519CED05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4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52B42-9C59-76B5-B6CB-1785A76D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4B68D-2625-858E-343B-165370692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F6FEB-E9A5-30F3-2B77-155413B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528DE-4A7A-3965-1EA8-A03D0841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28C67-3700-6C04-D2F1-B304E53B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0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9F6BC-126B-BDA4-FD26-4682C324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9466A-2C30-AE15-7BCF-E3E4CFF44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1D253-9B69-CA69-1603-AC367C30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5933B-B597-69B3-8848-16FFE152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EA113-EAAB-D9A7-CCE5-F4DA5660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B076F-6A70-6419-4C05-695CFD73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8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80B1-AA29-5CA3-7F5F-F8FBC6B6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7C1E-7799-EE8C-18C4-1DF0A1E8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97C-8EFD-87B3-0881-8BC0347AB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3C933-CE72-4E81-94D3-C48D6DE92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BD33C5-2B79-1851-9F27-735619B02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97958-879D-137C-531F-5AC4E8BF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7B54E-27B4-21A1-09D1-A82C1888B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BC8AF-5D92-3E83-E4F3-C4EA128F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1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009-D384-ECA2-754F-B37CBDC7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719B6-8B25-4D8E-4CCF-4435F3CB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2EECD-5240-ACB4-0262-D6A6E29A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62CDA-FAC8-A51A-DFED-43F310C6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9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B5322-4555-49B3-36A8-DB3E028B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DF8F1-C7C1-CE52-C3A1-01756B90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0C5EC-E2DD-F0D0-5E28-7F2F3BB6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DD88-EBD3-68B3-66AE-B70DE2F10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ADDB2-2D7C-CE38-9929-6FEE8D400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F1CF5-0CD5-BAA1-1B90-C71752290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1A3D7-310D-2455-5BBD-23A6C847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D7545-4964-ED03-518E-F70E5FAE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EEEBA-5FEB-CCE9-6076-80510583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7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ECB2-1D46-EB18-2CFA-48A046FA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34404-B82E-4500-CDF9-AE65AB0AF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C0A87-972A-1C29-9627-6A18A7C0F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679BE-9A72-5981-3039-C8F1FAC6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4EB3B-9655-204D-0BCB-5C71CFBF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FE93-ADBC-C0DC-C210-BCA82C2D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7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0A78B-4E73-93C0-FF2B-E75BB0D2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AFB86-FF06-4CA3-6F58-F11B4B884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9014-F5D1-5609-9FC7-F7EA7CCE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4BFC6-7FED-5A46-4992-AA7AB238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B1CBC-1F72-74DD-D9E0-11153881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0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AEEF9-5FB2-882F-ABFC-63C0C3A84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60AA3-0772-F607-B5CF-7F8B8F7AE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218E3-F1EA-7FF1-D0A3-E5007614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5FE67-FE00-3760-3965-9C626835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4C2C3-81B8-7B32-4F03-7D89DC4FB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5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97AFFA-4FD3-6C30-2F12-299A0542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6F271-937F-125A-FC58-C01F4E7AD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36B0-DCA2-1111-2745-FE9070875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6043E-6A1A-C24D-9227-0011BEB1975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A62B5-835F-E802-8E96-81FF1ED0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B83BF-0E45-C636-3EF7-BF8668C40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C2128-4C12-2A47-BF8F-BA31822B78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5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F39E2-0A95-B8A3-044C-656CE6496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5DA52-B822-7610-50F6-39DA1438D0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5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250F-104C-66D3-3E15-9EFF125D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7201741-D5FD-E900-AB1E-AFC948A27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1822" y="2136362"/>
            <a:ext cx="2054662" cy="2103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65E267-C263-F6EE-2BFA-2018F933A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822" y="4313667"/>
            <a:ext cx="2054662" cy="21031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79479E-E809-A150-9754-865D3DAB9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054" y="2136362"/>
            <a:ext cx="2141887" cy="2103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3DB017-FA1D-B49F-B49F-84057F514F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363" y="4389755"/>
            <a:ext cx="2151578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5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550CC-9C68-6BC3-1B9B-66F5A471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A6402-ADD7-3DCA-26E7-C65FB66A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5B9FBC-2590-1DEA-F5CB-4B60819BC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211" y="758412"/>
            <a:ext cx="3441700" cy="2755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5AFA47-B493-831E-387A-5C0F4C987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159" y="3736975"/>
            <a:ext cx="3441700" cy="275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F5D607-B942-61D1-03CD-8BC5AF4FD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511" y="758412"/>
            <a:ext cx="3441700" cy="2755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83A55C-975D-4473-567D-9A900B9F2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576" y="3736975"/>
            <a:ext cx="3441700" cy="2755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AE2F7-5912-EE66-877B-AE5D9B256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76" y="758412"/>
            <a:ext cx="3441700" cy="2755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5A9844-C8C0-D096-3569-2E0EC1D9C5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976" y="3643726"/>
            <a:ext cx="35306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2310-02B8-1304-8B85-EEA308BE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6113E-CFAB-400F-7635-2633F4CB4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312738"/>
            <a:ext cx="3441700" cy="275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A39B0-B4EA-BA6A-9216-A69C5837E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100" y="312738"/>
            <a:ext cx="3441700" cy="2755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5E11E9-E7F4-192B-02B3-2B350FB91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4048" y="3291301"/>
            <a:ext cx="3441700" cy="2755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1605F6-8850-70F2-52CE-8BC997B44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400" y="3264038"/>
            <a:ext cx="34417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2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Ashhadul Islam</dc:creator>
  <cp:lastModifiedBy>Ashhadul Islam</cp:lastModifiedBy>
  <cp:revision>2</cp:revision>
  <dcterms:created xsi:type="dcterms:W3CDTF">2025-12-22T14:35:53Z</dcterms:created>
  <dcterms:modified xsi:type="dcterms:W3CDTF">2025-12-23T09:01:55Z</dcterms:modified>
</cp:coreProperties>
</file>